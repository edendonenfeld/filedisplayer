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אורות זוהר הקוטב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התופעה הקסומה של השמיים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מה זה זוהר הקוטב?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תופעה של אורות צבעוניים בשמיים בלילה.</a:t>
            </a:r>
          </a:p>
          <a:p>
            <a:r>
              <a:t>- מתרחשת בעיקר באזורי הקוטב הצפוני והדרומי.</a:t>
            </a:r>
          </a:p>
          <a:p>
            <a:r>
              <a:t>- קוטב צפוני: Aurora Borealis</a:t>
            </a:r>
          </a:p>
          <a:p>
            <a:r>
              <a:t>- קוטב דרומי: Aurora Australis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איך נוצר זוהר הקוטב – חלק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☀️ השמש שולחת חלקיקים טעונים (רוח סולרית):</a:t>
            </a:r>
          </a:p>
          <a:p>
            <a:r>
              <a:t>- השמש פולטת זרם מהיר של אלקטרונים ופרוטונים.</a:t>
            </a:r>
          </a:p>
          <a:p>
            <a:r>
              <a:t>- חלק מהחלקיקים פוגעים בכדור הארץ.</a:t>
            </a:r>
          </a:p>
          <a:p/>
          <a:p>
            <a:r>
              <a:t>🧲 מגן השדה המגנטי של כדור הארץ:</a:t>
            </a:r>
          </a:p>
          <a:p>
            <a:r>
              <a:t>- שדה מגנטי מגן עלינו מהחלקיקים.</a:t>
            </a:r>
          </a:p>
          <a:p>
            <a:r>
              <a:t>- ליד הקטבים המגן חלש, והחלקיקים מצליחים לחדור.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איך נוצר זוהר הקוטב – חלק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🌌 התנגשות באטמוספירה:</a:t>
            </a:r>
          </a:p>
          <a:p>
            <a:r>
              <a:t>- החלקיקים פוגשים את גזי האטמוספירה (חמצן וחנקן).</a:t>
            </a:r>
          </a:p>
          <a:p>
            <a:r>
              <a:t>- הם 'מעוררים' את האטומים שזוהרים כשחוזרים למצב רגיל.</a:t>
            </a:r>
          </a:p>
          <a:p/>
          <a:p>
            <a:r>
              <a:t>🎨 צבעי הזוהר:</a:t>
            </a:r>
          </a:p>
          <a:p>
            <a:r>
              <a:t>- חמצן בגובה נמוך → ירוק</a:t>
            </a:r>
          </a:p>
          <a:p>
            <a:r>
              <a:t>- חמצן בגובה גבוה → אדום</a:t>
            </a:r>
          </a:p>
          <a:p>
            <a:r>
              <a:t>- חנקן → כחול, סגול, ורוד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איפה אפשר לראות את הזוהר?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קוטב צפוני: נורווגיה, פינלנד, איסלנד, קנדה, אלסקה</a:t>
            </a:r>
          </a:p>
          <a:p>
            <a:r>
              <a:t>- קוטב דרומי: אנטארקטיקה, ניו זילנד הדרומית, דרום אמריקה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עובדות מעניינות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הזוהר יכול להימשך בין דקות לשעות.</a:t>
            </a:r>
          </a:p>
          <a:p>
            <a:r>
              <a:t>- יש אנשים שטסים במיוחד לצפות בו.</a:t>
            </a:r>
          </a:p>
          <a:p>
            <a:r>
              <a:t>- אפשר לראות אותו גם באזורים רחוקים מהקטבים בזמן סערות חזקות.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סיכום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זוהר הקוטב הוא שילוב של מדע וטבע.</a:t>
            </a:r>
          </a:p>
          <a:p>
            <a:r>
              <a:t>- נגרם מהתנגשות בין חלקיקים מהשמש לאטמוספירה.</a:t>
            </a:r>
          </a:p>
          <a:p>
            <a:r>
              <a:t>- אחת התופעות היפות ביותר בשמי הלילה.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